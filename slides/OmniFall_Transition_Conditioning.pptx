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OMNIFALL  ·  TRANSITION-CONDITIONING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Fallen or Just Lying Down?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Causal Action Transitions to Fix a Blind Spot in Fall Detection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4365C"/>
          </a:solidFill>
          <a:ln w="19050">
            <a:solidFill>
              <a:srgbClr val="C82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39776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4365C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0" y="39776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4365C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demo  ·  VideoMAE-K400 + Rule-Based &amp; Learnable Conditioning  ·  OF-ItW benchmark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benchmark class is silently dangerous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Fall-detection systems must tell apart two states that look almost identical to a per-frame classifier, but mean completely different things to a caregiver: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on the floor after a fall — an emergency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lying on a bed or sofa to rest — completely normal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Pixel-wise, a static body on the ground looks the same either way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per-segment classifiers ignore what just happened before — they judge each clip in isolation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6002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CEEF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1920240"/>
            <a:ext cx="914400" cy="914400"/>
          </a:xfrm>
          <a:prstGeom prst="ellipse">
            <a:avLst/>
          </a:prstGeom>
          <a:solidFill>
            <a:srgbClr val="C821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FALLEN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377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emergency help — follows a “fall” action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36576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E9F7EC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3977640"/>
            <a:ext cx="914400" cy="91440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3977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LYING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4434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normally — follows a “lie_down” action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states inherit meaning from what came before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OmniFall's own taxonomy already encodes the causal link — a transient action always precedes its static state. We just have to make the model use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8EDF7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331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592324"/>
            <a:ext cx="1188720" cy="256032"/>
          </a:xfrm>
          <a:prstGeom prst="rightArrow">
            <a:avLst/>
          </a:prstGeom>
          <a:solidFill>
            <a:srgbClr val="C8213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3317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C821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331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state (boosted)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5374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boosted, decays over ~10s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7947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8EDF7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lie_down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99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4055364"/>
            <a:ext cx="1188720" cy="256032"/>
          </a:xfrm>
          <a:prstGeom prst="rightArrow">
            <a:avLst/>
          </a:prstGeom>
          <a:solidFill>
            <a:srgbClr val="2F9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37947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2F9E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599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state (boosted)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0005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boosted, decays over ~10s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97280" y="5212080"/>
            <a:ext cx="996696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521208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the prediction for a static segment on the transient action that most recently preceded it — instead of classifying every segment independently.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conditioners, built on top of a trusted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E8ED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segment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16-frame windows, 7.5 fps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35224" y="2606040"/>
            <a:ext cx="457200" cy="274320"/>
          </a:xfrm>
          <a:prstGeom prst="rightArrow">
            <a:avLst/>
          </a:prstGeom>
          <a:solidFill>
            <a:srgbClr val="C7CEDD"/>
          </a:solidFill>
          <a:ln/>
        </p:spPr>
      </p:sp>
      <p:sp>
        <p:nvSpPr>
          <p:cNvPr id="8" name="Shape 6"/>
          <p:cNvSpPr/>
          <p:nvPr/>
        </p:nvSpPr>
        <p:spPr>
          <a:xfrm>
            <a:off x="3447288" y="201168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2E86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4448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VideoMAE-K400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omnifall-experiments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FeatureTransformer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33872" y="2606040"/>
            <a:ext cx="457200" cy="274320"/>
          </a:xfrm>
          <a:prstGeom prst="rightArrow">
            <a:avLst/>
          </a:prstGeom>
          <a:solidFill>
            <a:srgbClr val="C7CEDD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5936" y="201168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C821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3096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 OR  Hybrid v8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project's contribution)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2606040"/>
            <a:ext cx="457200" cy="274320"/>
          </a:xfrm>
          <a:prstGeom prst="rightArrow">
            <a:avLst/>
          </a:prstGeom>
          <a:solidFill>
            <a:srgbClr val="C7CEDD"/>
          </a:solidFill>
          <a:ln/>
        </p:spPr>
      </p:sp>
      <p:sp>
        <p:nvSpPr>
          <p:cNvPr id="16" name="Shape 14"/>
          <p:cNvSpPr/>
          <p:nvPr/>
        </p:nvSpPr>
        <p:spPr>
          <a:xfrm>
            <a:off x="9244584" y="201168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2F9E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81744" y="21488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label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81744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10 classes,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highlighted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029200" cy="2331720"/>
          </a:xfrm>
          <a:prstGeom prst="roundRect">
            <a:avLst>
              <a:gd name="adj" fmla="val 4706"/>
            </a:avLst>
          </a:prstGeom>
          <a:solidFill>
            <a:srgbClr val="E8ED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Conditioner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1772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Exponential-decay boost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learned parameters — a transparent, auditable baseline conditioner.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subtle bugs found &amp; fixed (self-overwrite at t=0; wrongly re-boosting a 2nd consecutive “fall” segment).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5029200" cy="233172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v8 (Learnable)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1772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over time + KL-anchor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to weight past segments instead of a fixed decay curve; anchored to the rule-based prior for stability.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selected on Fall∪Fallen F1 (not Fallen-F1 alone) to avoid trading away Fall accuracy.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baseline, real staged + synthetic + in-the-wild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(St + Sy)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GMDCSA24 (staged)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Le2i (staged)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CAUCAFall (staged)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OF-Synthetic (12,000 synthetic clips)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— OF-ItW (in-the-wild)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accident videos — real, uncontrolled footage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2,804 test segments across 572 videos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10-class OmniFall taxonomy (extended classes merged into “other”)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baseline can be trusted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4688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omnifall-experiments repo (not a custom reimplementation)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VideoMAE-K400 features: 7.5 fps, 16 frames/window, stride 2/15s — matches the paper's Table 12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FeatureTransformer baseline, 2-layer, trained to convergence (checkpoint-7000)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Conditioners applied strictly post-hoc on top of these frozen baseline logits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v8 wins on every metric that matters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86384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Fallen-F1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Fall-F1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Fall∪Fallen F1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(St+Sy)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Conditioner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D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v8 (ours)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 ± 0.6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 ± 0.9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 ± 0.8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821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7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over 3 seeds (42 / 43 / 44)  ·  OF-ItW test, n = 2,804 segments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869680" y="169164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69680" y="2011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8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+4.3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Fallen-F1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rule-based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pts on Fall∪Fallen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clinically decisive metric)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rule-based are deterministic (0 variance) — Hybrid v8's spread reflects 3 independently trained seeds, not measurement noise.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improvement real, or noise?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Video-level bootstrap (10,000 resamples) — Hybrid v8 vs. Rule-Based, Fall∪Fallen F1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E8EDF7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42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+2.35 pp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[+0.90, +3.82]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0.0017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E8EDF7"/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43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9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+1.57 pp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[+0.15, +2.96]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0.0148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977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21031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E8EDF7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286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44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+0.86 pp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[−0.64, +2.35]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0.1283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977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INCLUDES 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709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Triangulation:  </a:t>
            </a:r>
            <a:pPr indent="0" marL="0">
              <a:buNone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McNemar's test on union-accuracy is significant for all 3 seeds (p &lt; 0.0001) — Hybrid v8 flips roughly 2× more segments correct than it breaks, every time. The F1-bootstrap result is more conservative (2/3 seeds), which we report honestly rather than rounding up.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confusion actually goes away</a:t>
            </a:r>
            <a:endParaRPr lang="en-US" sz="3200" dirty="0"/>
          </a:p>
        </p:txBody>
      </p:sp>
      <p:pic>
        <p:nvPicPr>
          <p:cNvPr id="4" name="Image 0" descr="C:\Users\MYPC\Downloads\omnifall-conditioning\omnifall-conditioning\figures\confusion_matrix_4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554480"/>
            <a:ext cx="8046720" cy="45960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63334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7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Row-normalized confusion matrix (fall / lie_down / fallen / lying), Baseline vs. Hybrid v8, pooled across 3 seeds — OF-ItW test set.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gains across all three metrics</a:t>
            </a:r>
            <a:endParaRPr lang="en-US" sz="3200" dirty="0"/>
          </a:p>
        </p:txBody>
      </p:sp>
      <p:pic>
        <p:nvPicPr>
          <p:cNvPr id="4" name="Image 0" descr="C:\Users\MYPC\Downloads\omnifall-conditioning\omnifall-conditioning\figures\comparison_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828800"/>
            <a:ext cx="10607040" cy="35738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63123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7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seed results overlaid as points — the spread is genuine training variance, not a display artifact.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 — REAL FOOTAGE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live on a real OOPS accident video</a:t>
            </a:r>
            <a:endParaRPr lang="en-US" sz="3200" dirty="0"/>
          </a:p>
        </p:txBody>
      </p:sp>
      <p:pic>
        <p:nvPicPr>
          <p:cNvPr id="4" name="Image 0" descr="C:\Users\MYPC\Downloads\omnifall-conditioning\omnifall-conditioning\figures\real_demo\fall_detected_real_foo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182143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010912"/>
            <a:ext cx="2095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22.0s — “fall” (yellow)</a:t>
            </a:r>
            <a:endParaRPr lang="en-US" sz="1150" dirty="0"/>
          </a:p>
        </p:txBody>
      </p:sp>
      <p:pic>
        <p:nvPicPr>
          <p:cNvPr id="6" name="Image 1" descr="C:\Users\MYPC\Downloads\omnifall-conditioning\omnifall-conditioning\figures\real_demo\fallen_detected_real_foo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554" y="1691640"/>
            <a:ext cx="1821434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44394" y="5010912"/>
            <a:ext cx="2095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23.5s — “fallen” (red alert)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394960"/>
            <a:ext cx="3962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Unedited overlay output — scripts/realtime_demo.py --mode both, run directly on OOPS test footage.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060188" y="1691640"/>
            <a:ext cx="65801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for this clip: fall 18.5–20.2s → fallen 20.2–22.4s.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060188" y="2331720"/>
            <a:ext cx="65801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conditioners correctly sequence fall → fallen within ~2s of the true onset.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060188" y="3063240"/>
            <a:ext cx="65801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miss: the alert persists intermittently for up to ~8s after the person has already stood back up — the same decay window that helps recall also causes this lag.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60188" y="4160520"/>
            <a:ext cx="6580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~6.5–11.9 seg/s  ·  ~87–155 ms/update on a single RTX 3070 (real video, both modes)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60188" y="4846320"/>
            <a:ext cx="6580124" cy="868680"/>
          </a:xfrm>
          <a:prstGeom prst="roundRect">
            <a:avLst>
              <a:gd name="adj" fmla="val 10526"/>
            </a:avLst>
          </a:prstGeom>
          <a:solidFill>
            <a:srgbClr val="24365C"/>
          </a:solidFill>
          <a:ln w="15240">
            <a:solidFill>
              <a:srgbClr val="2E86A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88788" y="4846320"/>
            <a:ext cx="61229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fallen event is timestamped to fallen_events_log.csv for later review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result does not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backbone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6916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validated on VideoMAE-K400 only. I3D/DINOv2 extraction code isn't shipped in the official repo, and re-acquiring raw video for a second backbone is a real, unresolved cost.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73152" cy="10515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lying evidence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017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OF-ItW test set has only 17 lying / 11 lie_down segments out of 2,804. In a real clip we tested, “lying” meant a person on a gym bench mid-exercise — the model called it “other” rather than “fallen,” which is safe but shows the lying class is domain-narrow.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73152" cy="1051560"/>
          </a:xfrm>
          <a:prstGeom prst="rect">
            <a:avLst/>
          </a:prstGeom>
          <a:solidFill>
            <a:srgbClr val="C821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434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Per-seed variance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3434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 seeds does not clear the 95% bootstrap CI on F1 (though all 3 do on McNemar accuracy) — reported as “consistent, not unanimous.”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gaps precisely is what makes the positive results credible.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turns a blind spot into a strength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structure already in the taxonomy (fall→fallen, lie_down→lying) is a free, powerful signal — most classifiers throw it away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transparent rule-based conditioner already helps; a learnable, self-attention conditioner does significantly better, with statistical proof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ships as a real, runnable system — not just a table in a paper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10607040" cy="0"/>
          </a:xfrm>
          <a:prstGeom prst="line">
            <a:avLst/>
          </a:prstGeom>
          <a:noFill/>
          <a:ln w="19050">
            <a:solidFill>
              <a:srgbClr val="2436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scripts/realtime_demo.py  ·  results_final.md  ·  OmniFall benchmark (Schneider et al.)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2026-10-06T14:54:48Z</dcterms:created>
  <dcterms:modified xsi:type="dcterms:W3CDTF">2026-10-06T14:54:48Z</dcterms:modified>
</cp:coreProperties>
</file>